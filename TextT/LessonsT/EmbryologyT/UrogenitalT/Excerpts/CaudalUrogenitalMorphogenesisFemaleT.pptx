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CaudalUrogenitalMorphogenesisFemale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3968687" y="348718"/>
            <a:ext cx="4254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Caudal Urogenital </a:t>
            </a:r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Morphogenesis, </a:t>
            </a:r>
            <a:r>
              <a:rPr lang="en-US" sz="2000" dirty="0">
                <a:latin typeface="Lucida Console" panose="020B0609040504020204" pitchFamily="49" charset="0"/>
                <a:hlinkClick r:id="rId2" action="ppaction://hlinkfile"/>
              </a:rPr>
              <a:t>♀</a:t>
            </a:r>
            <a:endParaRPr lang="en-US" sz="2000" dirty="0" smtClean="0">
              <a:latin typeface="Lucida Console" panose="020B0609040504020204" pitchFamily="49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67d99413-b546-47c2-8ea4-4ae840a9fa55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4F3D46-BEBF-4B38-B716-73ACBA6D4946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241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Rounded MT Bold</vt:lpstr>
      <vt:lpstr>Calibri</vt:lpstr>
      <vt:lpstr>Calibri Light</vt:lpstr>
      <vt:lpstr>Cooper Black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4</cp:revision>
  <dcterms:created xsi:type="dcterms:W3CDTF">2021-01-01T02:31:34Z</dcterms:created>
  <dcterms:modified xsi:type="dcterms:W3CDTF">2021-01-01T03:57:05Z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