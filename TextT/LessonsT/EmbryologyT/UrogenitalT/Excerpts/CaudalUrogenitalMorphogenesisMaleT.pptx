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audalUrogenitalMorphogenesis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3947847" y="348718"/>
            <a:ext cx="429630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Caudal Urogenital </a:t>
            </a:r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Morphogenesis, </a:t>
            </a:r>
            <a:r>
              <a:rPr lang="en-US" sz="2200" dirty="0" smtClean="0">
                <a:latin typeface="Arial Rounded MT Bold" panose="020F0704030504030204" pitchFamily="34" charset="0"/>
                <a:hlinkClick r:id="rId2" action="ppaction://hlinkfile"/>
              </a:rPr>
              <a:t>♂</a:t>
            </a:r>
            <a:endParaRPr lang="en-US" sz="2200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E12D2A-6C65-4A82-9041-47BDE7A83758}"/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241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2021-01-01T03:48:00Z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