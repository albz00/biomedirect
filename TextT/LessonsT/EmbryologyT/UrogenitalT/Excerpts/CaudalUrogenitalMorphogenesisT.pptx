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CaudalUrogenitalMorphogenesis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091734" y="348718"/>
            <a:ext cx="400853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Caudal Urogenital Morphogenesis</a:t>
            </a:r>
            <a:endParaRPr lang="en-US" dirty="0" smtClean="0">
              <a:latin typeface="Arial Rounded MT Bold" panose="020F070403050403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032060-C489-4677-8022-45AB3338EE59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2</cp:revision>
  <dcterms:created xsi:type="dcterms:W3CDTF">2021-01-01T02:31:34Z</dcterms:created>
  <dcterms:modified xsi:type="dcterms:W3CDTF">2021-01-01T03:12:43Z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