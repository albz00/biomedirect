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ollectingDuctAmpulla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349272" y="348718"/>
            <a:ext cx="34934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Ampullae Of Collecting Ducts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12B0F5-AA19-4D15-B84A-7F349221DEA4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