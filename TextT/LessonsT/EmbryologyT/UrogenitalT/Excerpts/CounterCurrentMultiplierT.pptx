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ounterCurrentMultiplier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535702" y="348718"/>
            <a:ext cx="312059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Counter Current Multiplier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9F3B06-0548-40B9-BF68-7DA7B0A4BF93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