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ExternalGenitalia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4116517" y="348718"/>
            <a:ext cx="395896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External Genitalia Morphogenesis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17E3B8-9691-4A76-BC5B-53C076344D5C}"/>
</file>

<file path=customXml/itemProps2.xml><?xml version="1.0" encoding="utf-8"?>
<ds:datastoreItem xmlns:ds="http://schemas.openxmlformats.org/officeDocument/2006/customXml" ds:itemID="{C8A4AFC8-9D4A-45D5-84AF-446928F964C2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67d99413-b546-47c2-8ea4-4ae840a9fa5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2021-01-01T00:59:31Z</dcterms:created>
  <dcterms:modified xsi:type="dcterms:W3CDTF">2021-01-02T15:12:56Z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