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../Genitalia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099336" y="348718"/>
            <a:ext cx="399333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Morphogenesis, Female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A4AFC8-9D4A-45D5-84AF-446928F964C2}">
  <ds:schemaRefs>
    <ds:schemaRef ds:uri="http://schemas.openxmlformats.org/package/2006/metadata/core-properties"/>
    <ds:schemaRef ds:uri="http://purl.org/dc/elements/1.1/"/>
    <ds:schemaRef ds:uri="67d99413-b546-47c2-8ea4-4ae840a9fa5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E9B8C0A-AD91-4CF9-A194-584C5BF0FE35}"/>
</file>

<file path=customXml/itemProps3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2021-01-01T00:59:31Z</dcterms:created>
  <dcterms:modified xsi:type="dcterms:W3CDTF">2021-01-01T02:23:42Z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