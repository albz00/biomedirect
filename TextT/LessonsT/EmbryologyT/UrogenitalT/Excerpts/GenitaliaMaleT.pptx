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0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332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806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6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3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164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915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728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300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171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493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35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A8CA5F-679E-44B0-A0AD-301A47DC85D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25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../GenitaliaMaleT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TextBox 12"/>
          <p:cNvSpPr txBox="1"/>
          <p:nvPr/>
        </p:nvSpPr>
        <p:spPr>
          <a:xfrm>
            <a:off x="4286823" y="348718"/>
            <a:ext cx="361836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cs typeface="Arial" panose="020B0604020202020204" pitchFamily="34" charset="0"/>
                <a:hlinkClick r:id="rId2" action="ppaction://hlinkfile"/>
              </a:rPr>
              <a:t>Genitalia Morphogenesis, Male</a:t>
            </a: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535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Props1.xml><?xml version="1.0" encoding="utf-8"?>
<ds:datastoreItem xmlns:ds="http://schemas.openxmlformats.org/officeDocument/2006/customXml" ds:itemID="{9E77389F-F85A-4582-8E58-02FD5634081E}"/>
</file>

<file path=customXml/itemProps2.xml><?xml version="1.0" encoding="utf-8"?>
<ds:datastoreItem xmlns:ds="http://schemas.openxmlformats.org/officeDocument/2006/customXml" ds:itemID="{D7CC7548-5DFF-4986-9649-C55B60C7B7D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A4AFC8-9D4A-45D5-84AF-446928F964C2}">
  <ds:schemaRefs>
    <ds:schemaRef ds:uri="http://schemas.microsoft.com/office/2006/documentManagement/types"/>
    <ds:schemaRef ds:uri="http://www.w3.org/XML/1998/namespace"/>
    <ds:schemaRef ds:uri="67d99413-b546-47c2-8ea4-4ae840a9fa55"/>
    <ds:schemaRef ds:uri="http://purl.org/dc/elements/1.1/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240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3</cp:revision>
  <dcterms:created xsi:type="dcterms:W3CDTF">2021-01-01T00:59:31Z</dcterms:created>
  <dcterms:modified xsi:type="dcterms:W3CDTF">2021-01-01T02:14:07Z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