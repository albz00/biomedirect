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enitalia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612648" y="348718"/>
            <a:ext cx="296671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F53BDBFD-F878-438B-B9BB-415F338C12C0}"/>
</file>

<file path=customXml/itemProps2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4AFC8-9D4A-45D5-84AF-446928F964C2}">
  <ds:schemaRefs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2021-01-01T00:59:31Z</dcterms:created>
  <dcterms:modified xsi:type="dcterms:W3CDTF">2021-01-01T02:15:30Z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