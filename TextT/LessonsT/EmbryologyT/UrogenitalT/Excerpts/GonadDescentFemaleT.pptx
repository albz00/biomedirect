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12/31/2020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onadDescentFemale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995378" y="348718"/>
            <a:ext cx="22012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Gonad Descent,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 smtClean="0">
              <a:latin typeface="Arial Rounded MT Bold" panose="020F0704030504030204" pitchFamily="34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DD4C52F3-00FE-4BAD-BFFF-89959A167F4F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3</cp:revision>
  <dcterms:created xsi:type="dcterms:W3CDTF">2021-01-01T02:31:34Z</dcterms:created>
  <dcterms:modified xsi:type="dcterms:W3CDTF">2021-01-01T03:59:04Z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