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74540" y="348718"/>
            <a:ext cx="224292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 Descent, </a:t>
            </a:r>
            <a:r>
              <a:rPr lang="en-US" sz="2200" dirty="0" smtClean="0">
                <a:latin typeface="Arial Rounded MT Bold" panose="020F0704030504030204" pitchFamily="34" charset="0"/>
                <a:hlinkClick r:id="rId2" action="ppaction://hlinkfile"/>
              </a:rPr>
              <a:t>♂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5652D62E-AA1D-44AE-B5AF-0F6A689778DD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2021-01-01T02:31:34Z</dcterms:created>
  <dcterms:modified xsi:type="dcterms:W3CDTF">2021-01-01T03:46:43Z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