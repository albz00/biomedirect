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Descent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068315" y="348718"/>
            <a:ext cx="20553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Gonad Descent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166DCC-B7DF-4934-9DBD-CE4DEF70A24A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