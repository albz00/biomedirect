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12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580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72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0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7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21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9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704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01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34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07AEE-3D83-4108-B879-E0137FF739F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255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07AEE-3D83-4108-B879-E0137FF739F5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A3941-7E2B-45DE-861B-4FDFA7936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0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steowvsom.sharepoint.com/sites/BioMe/Shared%20Documents/General/Processing%20Center/Excerpts/Embryology/TextT/11%20Urogenital/HTML/Reproductive%20System/GonadogenesisFemale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766503" y="348718"/>
            <a:ext cx="2658994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/>
              </a:rPr>
              <a:t>Gonadogenesis, Female</a:t>
            </a:r>
            <a:endParaRPr lang="en-US" dirty="0">
              <a:latin typeface="Arial Rounded MT Bold" panose="020F0704030504030204" pitchFamily="34" charset="0"/>
              <a:hlinkClick r:id="rId2"/>
            </a:endParaRP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with explanatory text</a:t>
            </a:r>
            <a:endParaRPr lang="en-US" sz="1600" dirty="0">
              <a:latin typeface="Arial Rounded MT Bold" panose="020F070403050403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17" name="TextBox 16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09172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FF1866-3397-4A2B-98EA-3C519C3A3F22}">
  <ds:schemaRefs>
    <ds:schemaRef ds:uri="67d99413-b546-47c2-8ea4-4ae840a9fa55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5132FD5-61E7-442F-AEB6-105FCE5A44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E51018-DC65-4FCB-A17F-949674FDACF6}"/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22</cp:revision>
  <dcterms:created xsi:type="dcterms:W3CDTF">2020-12-30T21:20:06Z</dcterms:created>
  <dcterms:modified xsi:type="dcterms:W3CDTF">2020-12-31T16:58:22Z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