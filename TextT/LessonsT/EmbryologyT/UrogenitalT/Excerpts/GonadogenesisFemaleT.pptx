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GonadogenesisFemale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991436" y="348718"/>
            <a:ext cx="2209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Gonadogenesis, </a:t>
            </a:r>
            <a:r>
              <a:rPr lang="en-US" sz="2000" dirty="0">
                <a:latin typeface="Lucida Console" panose="020B0609040504020204" pitchFamily="49" charset="0"/>
                <a:hlinkClick r:id="rId2" action="ppaction://hlinkfile"/>
              </a:rPr>
              <a:t>♀</a:t>
            </a:r>
            <a:endParaRPr lang="en-US" sz="2000" dirty="0" smtClean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Props1.xml><?xml version="1.0" encoding="utf-8"?>
<ds:datastoreItem xmlns:ds="http://schemas.openxmlformats.org/officeDocument/2006/customXml" ds:itemID="{4CC90B51-F039-48A2-BE58-13B2E81F808C}"/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Rounded MT Bold</vt:lpstr>
      <vt:lpstr>Calibri</vt:lpstr>
      <vt:lpstr>Calibri Light</vt:lpstr>
      <vt:lpstr>Cooper Black</vt:lpstr>
      <vt:lpstr>Lucida Console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3</cp:revision>
  <dcterms:created xsi:type="dcterms:W3CDTF">2021-01-01T02:31:34Z</dcterms:created>
  <dcterms:modified xsi:type="dcterms:W3CDTF">2021-01-01T03:58:18Z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