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Descent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981817" y="348718"/>
            <a:ext cx="222836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Gonadogenesis, </a:t>
            </a:r>
            <a:r>
              <a:rPr lang="en-US" b="1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♂</a:t>
            </a:r>
            <a:endParaRPr lang="en-US" b="1" dirty="0" smtClean="0">
              <a:latin typeface="Arial Rounded MT Bold" panose="020F0704030504030204" pitchFamily="34" charset="0"/>
              <a:cs typeface="Arial" panose="020B060402020202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90AAEAA-6E92-415D-B62D-4B58ECA010E1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2021-01-01T03:44:11Z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