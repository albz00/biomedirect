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7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ogenesis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068316" y="348718"/>
            <a:ext cx="205537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Gonadogenesis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404354-C7E0-4EA5-BCAC-163C368096C5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237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