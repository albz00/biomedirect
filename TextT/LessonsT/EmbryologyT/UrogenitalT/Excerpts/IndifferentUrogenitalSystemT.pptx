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IndifferentUrogenitalSystem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365463" y="348718"/>
            <a:ext cx="346107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Indifferent Urogenital System</a:t>
            </a:r>
            <a:endParaRPr lang="en-US" dirty="0" smtClean="0">
              <a:latin typeface="Arial Rounded MT Bold" panose="020F070403050403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E95521-40F7-4242-AED3-9CBE6EC667F2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2</cp:revision>
  <dcterms:created xsi:type="dcterms:W3CDTF">2021-01-01T02:31:34Z</dcterms:created>
  <dcterms:modified xsi:type="dcterms:W3CDTF">2021-01-01T03:20:26Z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