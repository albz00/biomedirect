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KidneyAscent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Kidney Ascent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126AFC-9C9D-4A93-B5AB-66AE3119E15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