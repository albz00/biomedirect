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Kidney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27838" y="348718"/>
            <a:ext cx="273632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Kidney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D49854-46B4-4F2C-8841-48896824B05D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