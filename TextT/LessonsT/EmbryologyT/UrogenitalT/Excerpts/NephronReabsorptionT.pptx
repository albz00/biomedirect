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Reabsorption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38674" y="348718"/>
            <a:ext cx="27146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Reabsorption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C731DB-2946-4B8C-9A24-5FBFE5EC9F4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