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NephronRows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5068315" y="348718"/>
            <a:ext cx="205537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Nephron Rows</a:t>
            </a:r>
            <a:endParaRPr lang="en-US" dirty="0" smtClean="0">
              <a:latin typeface="Arial Rounded MT Bold" panose="020F0704030504030204" pitchFamily="34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D4DE80-DDB0-4F70-918E-6A8759C379E1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238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2</cp:revision>
  <dcterms:created xsi:type="dcterms:W3CDTF">2021-01-01T02:31:34Z</dcterms:created>
  <dcterms:modified xsi:type="dcterms:W3CDTF">2021-01-01T03:23:50Z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