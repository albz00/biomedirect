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n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632974" y="348718"/>
            <a:ext cx="292605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Nephron Morphogenesis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F3A2BE-704F-4B93-80A6-14ABB10E65EB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