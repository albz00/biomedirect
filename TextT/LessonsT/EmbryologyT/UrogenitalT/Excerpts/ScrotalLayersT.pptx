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ScrotalLayers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068315" y="348718"/>
            <a:ext cx="20553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Scrotal Layers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7B1E9A-0DD6-4D7B-AD74-5B40269683C3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