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TestesDescent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5068315" y="348718"/>
            <a:ext cx="20553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Testes Descent</a:t>
            </a:r>
            <a:endParaRPr lang="en-US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EA0C85-BB3F-451B-A5C1-8A61E01B69D8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