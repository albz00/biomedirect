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UrogenitalPrimordia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841330" y="348718"/>
            <a:ext cx="250934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Urogenital Primordia</a:t>
            </a:r>
            <a:endParaRPr lang="en-US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A54C2B-DC98-46FD-85E5-09A17819D2E5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2021-01-01T03:31:13Z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