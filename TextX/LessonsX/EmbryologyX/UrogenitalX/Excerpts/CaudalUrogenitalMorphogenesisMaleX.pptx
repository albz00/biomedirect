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65" d="100"/>
          <a:sy n="65" d="100"/>
        </p:scale>
        <p:origin x="55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CaudalUrogenitalMophogenesisMaleX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3956664" y="317940"/>
            <a:ext cx="4278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Caudal Urogenital Morphogenesis, </a:t>
            </a:r>
            <a:r>
              <a:rPr lang="en-US" sz="2000" dirty="0">
                <a:latin typeface="Lucida Console" panose="020B0609040504020204" pitchFamily="49" charset="0"/>
                <a:hlinkClick r:id="rId2" action="ppaction://hlinkfile"/>
              </a:rPr>
              <a:t>♂</a:t>
            </a:r>
            <a:endParaRPr lang="en-US" sz="2000" dirty="0" smtClean="0">
              <a:latin typeface="Lucida Console" panose="020B0609040504020204" pitchFamily="49" charset="0"/>
              <a:hlinkClick r:id="rId2" action="ppaction://hlinkfile"/>
            </a:endParaRP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without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3" name="Group 32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34" name="TextBox 33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this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35" name="Group 34"/>
            <p:cNvGrpSpPr/>
            <p:nvPr/>
          </p:nvGrpSpPr>
          <p:grpSpPr>
            <a:xfrm>
              <a:off x="7155814" y="2555057"/>
              <a:ext cx="169764" cy="131752"/>
              <a:chOff x="2983567" y="3155552"/>
              <a:chExt cx="193578" cy="150234"/>
            </a:xfrm>
          </p:grpSpPr>
          <p:sp>
            <p:nvSpPr>
              <p:cNvPr id="36" name="Rectangle 35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7" name="Straight Connector 36"/>
              <p:cNvCxnSpPr/>
              <p:nvPr/>
            </p:nvCxnSpPr>
            <p:spPr>
              <a:xfrm>
                <a:off x="2983567" y="3155552"/>
                <a:ext cx="193578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5E54FD-23EE-44AF-A9E3-B89C6E02980F}">
  <ds:schemaRefs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67d99413-b546-47c2-8ea4-4ae840a9fa55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2C852C8-D9AD-42B0-8336-CF805F4BEDF8}"/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241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Rounded MT Bold</vt:lpstr>
      <vt:lpstr>Calibri</vt:lpstr>
      <vt:lpstr>Calibri Light</vt:lpstr>
      <vt:lpstr>Cooper Black</vt:lpstr>
      <vt:lpstr>Lucida Console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10</cp:revision>
  <dcterms:created xsi:type="dcterms:W3CDTF">2021-01-01T02:31:34Z</dcterms:created>
  <dcterms:modified xsi:type="dcterms:W3CDTF">2021-01-01T18:11:28Z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