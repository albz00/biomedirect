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audalUrogenitalMophogenesi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091734" y="348718"/>
            <a:ext cx="40085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Caudal Urogenital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24" name="TextBox 23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</a:t>
              </a:r>
              <a:r>
                <a:rPr lang="en-US" sz="3500" dirty="0" smtClean="0">
                  <a:latin typeface="Cooper Black" panose="0208090404030B020404" pitchFamily="18" charset="0"/>
                </a:rPr>
                <a:t>this </a:t>
              </a:r>
              <a:r>
                <a:rPr lang="en-US" sz="3500" dirty="0" smtClean="0">
                  <a:latin typeface="Cooper Black" panose="0208090404030B020404" pitchFamily="18" charset="0"/>
                </a:rPr>
                <a:t>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6BB1BA21-30D3-4F1E-8D27-42C714C91ACC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7</cp:revision>
  <dcterms:created xsi:type="dcterms:W3CDTF">2021-01-01T02:31:34Z</dcterms:created>
  <dcterms:modified xsi:type="dcterms:W3CDTF">2021-01-01T17:17:48Z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