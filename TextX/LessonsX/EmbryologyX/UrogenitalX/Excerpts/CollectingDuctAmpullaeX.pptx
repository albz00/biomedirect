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ollectingDuctAmpulla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583406" y="348718"/>
            <a:ext cx="302518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Collecting Duct Ampullae</a:t>
            </a:r>
            <a:endParaRPr lang="en-US" dirty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5" name="TextBox 1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this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D1A5C5-D025-45FE-99C7-F1E6D0E40AEB}"/>
</file>

<file path=customXml/itemProps2.xml><?xml version="1.0" encoding="utf-8"?>
<ds:datastoreItem xmlns:ds="http://schemas.openxmlformats.org/officeDocument/2006/customXml" ds:itemID="{6D5E54FD-23EE-44AF-A9E3-B89C6E02980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6</cp:revision>
  <dcterms:created xsi:type="dcterms:W3CDTF">2021-01-01T02:31:34Z</dcterms:created>
  <dcterms:modified xsi:type="dcterms:W3CDTF">2021-01-01T17:16:51Z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