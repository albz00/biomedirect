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CounterCurrentMultiplier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535701" y="348718"/>
            <a:ext cx="312059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  <a:hlinkClick r:id="rId2" action="ppaction://hlinkfile"/>
              </a:rPr>
              <a:t>Counter Current Multiplier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without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17" name="TextBox 16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</a:t>
              </a:r>
              <a:r>
                <a:rPr lang="en-US" sz="3500" dirty="0" smtClean="0">
                  <a:latin typeface="Cooper Black" panose="0208090404030B020404" pitchFamily="18" charset="0"/>
                </a:rPr>
                <a:t>this </a:t>
              </a:r>
              <a:r>
                <a:rPr lang="en-US" sz="3500" dirty="0" smtClean="0">
                  <a:latin typeface="Cooper Black" panose="0208090404030B020404" pitchFamily="18" charset="0"/>
                </a:rPr>
                <a:t>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7155814" y="2555057"/>
              <a:ext cx="169764" cy="131752"/>
              <a:chOff x="2983567" y="3155552"/>
              <a:chExt cx="193578" cy="150234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2983567" y="3155552"/>
                <a:ext cx="19357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02A38AD-05F0-4802-8F45-A2099E7DDBAD}"/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8</cp:revision>
  <dcterms:created xsi:type="dcterms:W3CDTF">2021-01-01T02:31:34Z</dcterms:created>
  <dcterms:modified xsi:type="dcterms:W3CDTF">2021-01-01T17:22:24Z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