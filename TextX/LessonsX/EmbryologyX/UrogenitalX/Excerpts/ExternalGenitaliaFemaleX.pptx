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ExternalGenitaliaFe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863131" y="348718"/>
            <a:ext cx="2465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External Genitalia,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Arial Rounded MT Bold" panose="020F0704030504030204" pitchFamily="34" charset="0"/>
              <a:cs typeface="Arial" panose="020B060402020202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A4AFC8-9D4A-45D5-84AF-446928F964C2}">
  <ds:schemaRefs>
    <ds:schemaRef ds:uri="http://purl.org/dc/elements/1.1/"/>
    <ds:schemaRef ds:uri="http://schemas.microsoft.com/office/2006/metadata/properties"/>
    <ds:schemaRef ds:uri="67d99413-b546-47c2-8ea4-4ae840a9fa55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36AC8A-E770-493A-8C0C-948850A9E252}"/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7</cp:revision>
  <dcterms:created xsi:type="dcterms:W3CDTF">2021-01-01T00:59:31Z</dcterms:created>
  <dcterms:modified xsi:type="dcterms:W3CDTF">2021-01-02T17:16:39Z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