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ExternalGenitalia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842291" y="348718"/>
            <a:ext cx="250741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External Genitalia, </a:t>
            </a:r>
            <a:r>
              <a:rPr lang="en-US" sz="2200" dirty="0">
                <a:latin typeface="Arial Rounded MT Bold" panose="020F0704030504030204" pitchFamily="34" charset="0"/>
                <a:hlinkClick r:id="rId2" action="ppaction://hlinkfile"/>
              </a:rPr>
              <a:t>♂</a:t>
            </a:r>
            <a:endParaRPr lang="en-US" sz="2200" dirty="0" smtClean="0">
              <a:latin typeface="Arial Rounded MT Bold" panose="020F0704030504030204" pitchFamily="34" charset="0"/>
              <a:cs typeface="Arial" panose="020B060402020202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A4AFC8-9D4A-45D5-84AF-446928F964C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7d99413-b546-47c2-8ea4-4ae840a9fa55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900106-2074-4434-8CA1-2883806506BA}"/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6</cp:revision>
  <dcterms:created xsi:type="dcterms:W3CDTF">2021-01-01T00:59:31Z</dcterms:created>
  <dcterms:modified xsi:type="dcterms:W3CDTF">2021-01-02T17:22:33Z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