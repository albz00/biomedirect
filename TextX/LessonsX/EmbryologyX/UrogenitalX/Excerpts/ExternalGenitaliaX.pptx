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ExternalGenitalia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4116517" y="348718"/>
            <a:ext cx="395896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External Genitalia Morphogenesis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A4AFC8-9D4A-45D5-84AF-446928F964C2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7d99413-b546-47c2-8ea4-4ae840a9fa5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73165DA-308C-4366-8CF9-5C17AD21E65D}"/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5</cp:revision>
  <dcterms:created xsi:type="dcterms:W3CDTF">2021-01-01T00:59:31Z</dcterms:created>
  <dcterms:modified xsi:type="dcterms:W3CDTF">2021-01-02T17:24:23Z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