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84" d="100"/>
          <a:sy n="84" d="100"/>
        </p:scale>
        <p:origin x="49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32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06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64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915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728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00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71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49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35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8CA5F-679E-44B0-A0AD-301A47DC85D5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A689B-B78C-435D-B166-52CD5306E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GenitaliaFe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4475171" y="317940"/>
            <a:ext cx="3241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 Rounded MT Bold" panose="020F0704030504030204" pitchFamily="34" charset="0"/>
                <a:cs typeface="Arial" panose="020B0604020202020204" pitchFamily="34" charset="0"/>
                <a:hlinkClick r:id="rId2" action="ppaction://hlinkfile"/>
              </a:rPr>
              <a:t>Genitalia Morphogenesis, </a:t>
            </a:r>
            <a:r>
              <a:rPr lang="en-US" sz="2000" dirty="0" smtClean="0">
                <a:latin typeface="Lucida Console" panose="020B0609040504020204" pitchFamily="49" charset="0"/>
                <a:hlinkClick r:id="rId2" action="ppaction://hlinkfile"/>
              </a:rPr>
              <a:t>♀</a:t>
            </a:r>
            <a:endParaRPr lang="en-US" sz="2000" dirty="0" smtClean="0">
              <a:latin typeface="Lucida Console" panose="020B0609040504020204" pitchFamily="49" charset="0"/>
              <a:hlinkClick r:id="rId2" action="ppaction://hlinkfile"/>
            </a:endParaRPr>
          </a:p>
          <a:p>
            <a:pPr algn="ctr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24" name="TextBox 23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</a:t>
              </a:r>
              <a:r>
                <a:rPr lang="en-US" sz="3500" dirty="0" smtClean="0">
                  <a:latin typeface="Cooper Black" panose="0208090404030B020404" pitchFamily="18" charset="0"/>
                </a:rPr>
                <a:t>this </a:t>
              </a:r>
              <a:r>
                <a:rPr lang="en-US" sz="3500" dirty="0" smtClean="0">
                  <a:latin typeface="Cooper Black" panose="0208090404030B020404" pitchFamily="18" charset="0"/>
                </a:rPr>
                <a:t>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26" name="Rectangle 25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7" name="Straight Connector 26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341535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8A4AFC8-9D4A-45D5-84AF-446928F964C2}">
  <ds:schemaRefs>
    <ds:schemaRef ds:uri="http://schemas.openxmlformats.org/package/2006/metadata/core-properties"/>
    <ds:schemaRef ds:uri="http://purl.org/dc/elements/1.1/"/>
    <ds:schemaRef ds:uri="67d99413-b546-47c2-8ea4-4ae840a9fa55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5739CF0-2DD1-4779-A8DB-DF6BF8C815AE}"/>
</file>

<file path=customXml/itemProps3.xml><?xml version="1.0" encoding="utf-8"?>
<ds:datastoreItem xmlns:ds="http://schemas.openxmlformats.org/officeDocument/2006/customXml" ds:itemID="{D7CC7548-5DFF-4986-9649-C55B60C7B7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240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9</cp:revision>
  <dcterms:created xsi:type="dcterms:W3CDTF">2021-01-01T00:59:31Z</dcterms:created>
  <dcterms:modified xsi:type="dcterms:W3CDTF">2021-01-01T17:25:27Z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