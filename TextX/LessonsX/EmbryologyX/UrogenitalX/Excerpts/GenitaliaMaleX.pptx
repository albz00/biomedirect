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32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06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164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15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72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00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71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49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35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2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GenitaliaMale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463150" y="317940"/>
            <a:ext cx="3265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0"/>
                <a:cs typeface="Arial" panose="020B0604020202020204" pitchFamily="34" charset="0"/>
                <a:hlinkClick r:id="rId2" action="ppaction://hlinkfile"/>
              </a:rPr>
              <a:t>Genitalia Morphogenesis, </a:t>
            </a:r>
            <a:r>
              <a:rPr lang="en-US" sz="2000" dirty="0">
                <a:latin typeface="Lucida Console" panose="020B0609040504020204" pitchFamily="49" charset="0"/>
                <a:hlinkClick r:id="rId2" action="ppaction://hlinkfile"/>
              </a:rPr>
              <a:t>♂</a:t>
            </a:r>
            <a:endParaRPr lang="en-US" sz="2000" dirty="0">
              <a:latin typeface="Lucida Console" panose="020B0609040504020204" pitchFamily="49" charset="0"/>
              <a:cs typeface="Arial" panose="020B060402020202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out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17" name="TextBox 16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this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7155814" y="2555057"/>
              <a:ext cx="169764" cy="131752"/>
              <a:chOff x="2983567" y="3155552"/>
              <a:chExt cx="193578" cy="150234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0" name="Straight Connector 19"/>
              <p:cNvCxnSpPr/>
              <p:nvPr/>
            </p:nvCxnSpPr>
            <p:spPr>
              <a:xfrm>
                <a:off x="2983567" y="3155552"/>
                <a:ext cx="19357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34153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B8CEE4-99F8-43AE-B7BD-A105AAB648F4}"/>
</file>

<file path=customXml/itemProps2.xml><?xml version="1.0" encoding="utf-8"?>
<ds:datastoreItem xmlns:ds="http://schemas.openxmlformats.org/officeDocument/2006/customXml" ds:itemID="{C8A4AFC8-9D4A-45D5-84AF-446928F964C2}">
  <ds:schemaRefs>
    <ds:schemaRef ds:uri="http://schemas.microsoft.com/office/2006/documentManagement/types"/>
    <ds:schemaRef ds:uri="http://www.w3.org/XML/1998/namespace"/>
    <ds:schemaRef ds:uri="67d99413-b546-47c2-8ea4-4ae840a9fa55"/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7CC7548-5DFF-4986-9649-C55B60C7B7D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240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Rounded MT Bold</vt:lpstr>
      <vt:lpstr>Calibri</vt:lpstr>
      <vt:lpstr>Calibri Light</vt:lpstr>
      <vt:lpstr>Cooper Black</vt:lpstr>
      <vt:lpstr>Lucida Console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11</cp:revision>
  <dcterms:created xsi:type="dcterms:W3CDTF">2021-01-01T00:59:31Z</dcterms:created>
  <dcterms:modified xsi:type="dcterms:W3CDTF">2021-01-01T18:10:46Z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