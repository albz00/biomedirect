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0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3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enitalia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612645" y="348718"/>
            <a:ext cx="296671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  <a:cs typeface="Arial" panose="020B0604020202020204" pitchFamily="34" charset="0"/>
                <a:hlinkClick r:id="rId2" action="ppaction://hlinkfile"/>
              </a:rPr>
              <a:t>Genitalia Morphogenesis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out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16" name="TextBox 15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</a:t>
              </a:r>
              <a:r>
                <a:rPr lang="en-US" sz="3500" dirty="0" smtClean="0">
                  <a:latin typeface="Cooper Black" panose="0208090404030B020404" pitchFamily="18" charset="0"/>
                </a:rPr>
                <a:t>this </a:t>
              </a:r>
              <a:r>
                <a:rPr lang="en-US" sz="3500" dirty="0" smtClean="0">
                  <a:latin typeface="Cooper Black" panose="0208090404030B020404" pitchFamily="18" charset="0"/>
                </a:rPr>
                <a:t>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7155814" y="2555057"/>
              <a:ext cx="169764" cy="131752"/>
              <a:chOff x="2983567" y="3155552"/>
              <a:chExt cx="193578" cy="150234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/>
              <p:cNvCxnSpPr/>
              <p:nvPr/>
            </p:nvCxnSpPr>
            <p:spPr>
              <a:xfrm>
                <a:off x="2983567" y="3155552"/>
                <a:ext cx="19357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415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A4AFC8-9D4A-45D5-84AF-446928F964C2}">
  <ds:schemaRefs>
    <ds:schemaRef ds:uri="67d99413-b546-47c2-8ea4-4ae840a9fa55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7CC7548-5DFF-4986-9649-C55B60C7B7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AA775E-3237-4719-A147-31A064685100}"/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8</cp:revision>
  <dcterms:created xsi:type="dcterms:W3CDTF">2021-01-01T00:59:31Z</dcterms:created>
  <dcterms:modified xsi:type="dcterms:W3CDTF">2021-01-01T17:24:32Z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