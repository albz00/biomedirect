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DescentFe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925648" y="317940"/>
            <a:ext cx="2340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  <a:hlinkClick r:id="rId2" action="ppaction://hlinkfile"/>
              </a:rPr>
              <a:t>Gonad Descent,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out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6" name="TextBox 15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</a:t>
              </a:r>
              <a:r>
                <a:rPr lang="en-US" sz="3500" dirty="0" smtClean="0">
                  <a:latin typeface="Cooper Black" panose="0208090404030B020404" pitchFamily="18" charset="0"/>
                </a:rPr>
                <a:t>this </a:t>
              </a:r>
              <a:r>
                <a:rPr lang="en-US" sz="3500" dirty="0" smtClean="0">
                  <a:latin typeface="Cooper Black" panose="0208090404030B020404" pitchFamily="18" charset="0"/>
                </a:rPr>
                <a:t>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0F56F7-931A-4147-A237-74D0A0CB99BC}"/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9</cp:revision>
  <dcterms:created xsi:type="dcterms:W3CDTF">2021-01-01T02:31:34Z</dcterms:created>
  <dcterms:modified xsi:type="dcterms:W3CDTF">2021-01-01T17:24:07Z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