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GonadDescentMale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925648" y="317940"/>
            <a:ext cx="2340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  <a:hlinkClick r:id="rId2" action="ppaction://hlinkfile"/>
              </a:rPr>
              <a:t>Gonad Descent, </a:t>
            </a:r>
            <a:r>
              <a:rPr lang="en-US" sz="2000" dirty="0">
                <a:latin typeface="Lucida Console" panose="020B0609040504020204" pitchFamily="49" charset="0"/>
                <a:hlinkClick r:id="rId2" action="ppaction://hlinkfile"/>
              </a:rPr>
              <a:t>♂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out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17" name="TextBox 16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this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7155814" y="2555057"/>
              <a:ext cx="169764" cy="131752"/>
              <a:chOff x="2983567" y="3155552"/>
              <a:chExt cx="193578" cy="150234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2983567" y="3155552"/>
                <a:ext cx="19357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Props1.xml><?xml version="1.0" encoding="utf-8"?>
<ds:datastoreItem xmlns:ds="http://schemas.openxmlformats.org/officeDocument/2006/customXml" ds:itemID="{7F148704-0092-4C65-8C2A-02B9C6134488}"/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240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Rounded MT Bold</vt:lpstr>
      <vt:lpstr>Calibri</vt:lpstr>
      <vt:lpstr>Calibri Light</vt:lpstr>
      <vt:lpstr>Cooper Black</vt:lpstr>
      <vt:lpstr>Lucida Console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10</cp:revision>
  <dcterms:created xsi:type="dcterms:W3CDTF">2021-01-01T02:31:34Z</dcterms:created>
  <dcterms:modified xsi:type="dcterms:W3CDTF">2021-01-01T18:10:27Z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