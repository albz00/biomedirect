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071949" y="348718"/>
            <a:ext cx="184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25648" y="348718"/>
            <a:ext cx="234070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hlinkClick r:id="rId2" action="ppaction://hlinkfile"/>
              </a:rPr>
              <a:t>Gonad Descent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out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7" name="TextBox 16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</a:t>
              </a:r>
              <a:r>
                <a:rPr lang="en-US" sz="3500" dirty="0" smtClean="0">
                  <a:latin typeface="Cooper Black" panose="0208090404030B020404" pitchFamily="18" charset="0"/>
                </a:rPr>
                <a:t>this </a:t>
              </a:r>
              <a:r>
                <a:rPr lang="en-US" sz="3500" dirty="0" smtClean="0">
                  <a:latin typeface="Cooper Black" panose="0208090404030B020404" pitchFamily="18" charset="0"/>
                </a:rPr>
                <a:t>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E70516F-53D8-4439-BFDE-377960561CC5}"/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8</cp:revision>
  <dcterms:created xsi:type="dcterms:W3CDTF">2021-01-01T02:31:34Z</dcterms:created>
  <dcterms:modified xsi:type="dcterms:W3CDTF">2021-01-01T17:23:13Z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