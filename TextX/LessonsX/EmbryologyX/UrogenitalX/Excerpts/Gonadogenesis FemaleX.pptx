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1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2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21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9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0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0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5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07AEE-3D83-4108-B879-E0137FF739F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0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66503" y="348718"/>
            <a:ext cx="2658994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Gonadogenesis, Female</a:t>
            </a:r>
            <a:endParaRPr lang="en-US" dirty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0917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FF1866-3397-4A2B-98EA-3C519C3A3F22}">
  <ds:schemaRefs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2BB6C7D-492E-41C5-86C2-6F35B7C6549C}"/>
</file>

<file path=customXml/itemProps3.xml><?xml version="1.0" encoding="utf-8"?>
<ds:datastoreItem xmlns:ds="http://schemas.openxmlformats.org/officeDocument/2006/customXml" ds:itemID="{D5132FD5-61E7-442F-AEB6-105FCE5A44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25</cp:revision>
  <dcterms:created xsi:type="dcterms:W3CDTF">2020-12-30T21:20:06Z</dcterms:created>
  <dcterms:modified xsi:type="dcterms:W3CDTF">2021-01-01T18:17:46Z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