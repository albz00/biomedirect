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8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85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2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89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0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5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8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1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6EDD9-D8B7-4576-8A1D-CF21C4A160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01C2E-4854-4ED9-A694-93A8CDEEA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39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ogenesisFemal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TextBox 11"/>
          <p:cNvSpPr txBox="1"/>
          <p:nvPr/>
        </p:nvSpPr>
        <p:spPr>
          <a:xfrm>
            <a:off x="4902404" y="317940"/>
            <a:ext cx="2387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Gonadogenesis, </a:t>
            </a:r>
            <a:r>
              <a:rPr lang="en-US" sz="2000" dirty="0" smtClean="0">
                <a:latin typeface="Lucida Console" panose="020B0609040504020204" pitchFamily="49" charset="0"/>
                <a:hlinkClick r:id="rId2" action="ppaction://hlinkfile"/>
              </a:rPr>
              <a:t>♀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563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013531D5-EC76-47C2-9DC5-A70C3454E21F}"/>
</file>

<file path=customXml/itemProps2.xml><?xml version="1.0" encoding="utf-8"?>
<ds:datastoreItem xmlns:ds="http://schemas.openxmlformats.org/officeDocument/2006/customXml" ds:itemID="{3DB423B5-769D-45BD-8CCC-7C5829B0FBAF}"/>
</file>

<file path=customXml/itemProps3.xml><?xml version="1.0" encoding="utf-8"?>
<ds:datastoreItem xmlns:ds="http://schemas.openxmlformats.org/officeDocument/2006/customXml" ds:itemID="{E1C62ED9-B596-495F-9CFB-B6E8A9041795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2021-01-01T17:57:16Z</dcterms:created>
  <dcterms:modified xsi:type="dcterms:W3CDTF">2021-01-01T18:00:44Z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