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25648" y="348718"/>
            <a:ext cx="2340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Gonadogenesis, </a:t>
            </a:r>
            <a:r>
              <a:rPr lang="en-US" sz="2000" b="1" dirty="0" smtClean="0">
                <a:latin typeface="Lucida Console" panose="020B0609040504020204" pitchFamily="49" charset="0"/>
                <a:cs typeface="Arial" panose="020B0604020202020204" pitchFamily="34" charset="0"/>
                <a:hlinkClick r:id="rId2" action="ppaction://hlinkfile"/>
              </a:rPr>
              <a:t>♂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FF4032-C352-4495-A18A-887E93AC7B91}"/>
</file>

<file path=customXml/itemProps2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67d99413-b546-47c2-8ea4-4ae840a9fa5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8</cp:revision>
  <dcterms:created xsi:type="dcterms:W3CDTF">2021-01-01T02:31:34Z</dcterms:created>
  <dcterms:modified xsi:type="dcterms:W3CDTF">2021-01-01T18:16:17Z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