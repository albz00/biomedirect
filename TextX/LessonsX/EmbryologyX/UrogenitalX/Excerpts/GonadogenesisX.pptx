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ogenesis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925649" y="348718"/>
            <a:ext cx="234070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Gonadogenesis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F01400B5-34B6-4813-BE5B-7B887CB0100F}"/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237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5</cp:revision>
  <dcterms:created xsi:type="dcterms:W3CDTF">2021-01-01T02:31:34Z</dcterms:created>
  <dcterms:modified xsi:type="dcterms:W3CDTF">2021-01-01T18:30:13Z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