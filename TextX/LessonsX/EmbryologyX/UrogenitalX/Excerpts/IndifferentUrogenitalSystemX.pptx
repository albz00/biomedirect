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IndifferentUrogenitalSystem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365463" y="348718"/>
            <a:ext cx="346107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Indifferent Urogenital System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CC4676-FA85-43C1-8323-1B3C0D7C2A21}"/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