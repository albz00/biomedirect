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0C835-BEBF-49FB-9E6B-D42E51388DDE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8C783A-F5BE-45DE-B1CF-FCE411950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24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KidneyAscent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5068315" y="348718"/>
            <a:ext cx="20553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Kidney Ascent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4CD749-AD81-4B03-8EAF-90CB06BA8FB3}"/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4</cp:revision>
  <dcterms:created xsi:type="dcterms:W3CDTF">2021-01-01T02:31:34Z</dcterms:created>
  <dcterms:modified xsi:type="dcterms:W3CDTF">2021-01-01T18:29:46Z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