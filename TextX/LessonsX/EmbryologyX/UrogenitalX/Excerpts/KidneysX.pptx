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Kidney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27838" y="348718"/>
            <a:ext cx="273632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Kidney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BFD91D-1AC0-4E39-A8E5-9DE460AB2FEC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