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NephrogenicCords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916575" y="348718"/>
            <a:ext cx="235885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Nephrogenic Cords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4D1427-C0FB-4545-9A2C-530FD09656BD}"/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2021-01-01T02:31:34Z</dcterms:created>
  <dcterms:modified xsi:type="dcterms:W3CDTF">2021-01-01T18:29:19Z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