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NephronReabsorption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738674" y="348718"/>
            <a:ext cx="27146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Nephron Reabsorption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955882-E27B-4ADF-9021-BE9AF38A1928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