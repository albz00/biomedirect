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Reabsorption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38674" y="348718"/>
            <a:ext cx="27146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Reabsorption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BA4C39-34C0-42E6-B057-E74C16E675F3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