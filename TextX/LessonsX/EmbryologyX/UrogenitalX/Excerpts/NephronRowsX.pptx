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NephronRows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5" y="348718"/>
            <a:ext cx="20553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Nephron Rows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D3B279-9BCA-4F6B-BA18-1F6FB1F9F751}"/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