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1" autoAdjust="0"/>
    <p:restoredTop sz="94660"/>
  </p:normalViewPr>
  <p:slideViewPr>
    <p:cSldViewPr snapToGrid="0">
      <p:cViewPr varScale="1">
        <p:scale>
          <a:sx n="65" d="100"/>
          <a:sy n="65" d="100"/>
        </p:scale>
        <p:origin x="55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3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958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848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889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446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691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338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380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634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658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924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629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NephronsX.html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69801" y="1220656"/>
            <a:ext cx="12052402" cy="5288627"/>
            <a:chOff x="69804" y="914400"/>
            <a:chExt cx="12052402" cy="5288627"/>
          </a:xfrm>
        </p:grpSpPr>
        <p:sp>
          <p:nvSpPr>
            <p:cNvPr id="5" name="TextBox 4"/>
            <p:cNvSpPr txBox="1"/>
            <p:nvPr/>
          </p:nvSpPr>
          <p:spPr>
            <a:xfrm>
              <a:off x="69804" y="914400"/>
              <a:ext cx="12052402" cy="5288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Instructions for Incorporating an Excerpt </a:t>
              </a:r>
            </a:p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into a PowerPoint Slide Show</a:t>
              </a:r>
            </a:p>
            <a:p>
              <a:pPr algn="ctr">
                <a:lnSpc>
                  <a:spcPct val="50000"/>
                </a:lnSpc>
              </a:pPr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link above will open the accompanying html, which will play an excerpt of the Urogenital lesson.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name of the excerpt is identified by the link.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To </a:t>
              </a:r>
              <a:r>
                <a:rPr lang="en-US" sz="1600" dirty="0">
                  <a:latin typeface="Arial Rounded MT Bold" panose="020F0704030504030204" pitchFamily="34" charset="0"/>
                </a:rPr>
                <a:t>play the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excerpt, activate </a:t>
              </a:r>
              <a:r>
                <a:rPr lang="en-US" sz="1600" dirty="0">
                  <a:latin typeface="Arial Rounded MT Bold" panose="020F0704030504030204" pitchFamily="34" charset="0"/>
                </a:rPr>
                <a:t>slideshow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mode by clicking the      icon in the lower right of the screen,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click the link, and the excerpt will open in a separate window.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the link above, or this entire slide, into any other PowerPoint you choose.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any PowerPoint with this link, along with the accompanying html file, into any folder you wish.</a:t>
              </a:r>
            </a:p>
            <a:p>
              <a:pPr algn="ctr">
                <a:spcBef>
                  <a:spcPts val="150"/>
                </a:spcBef>
                <a:spcAft>
                  <a:spcPts val="300"/>
                </a:spcAft>
              </a:pPr>
              <a:r>
                <a:rPr lang="en-US" sz="2600" dirty="0" smtClean="0">
                  <a:latin typeface="Arial Rounded MT Bold" panose="020F0704030504030204" pitchFamily="34" charset="0"/>
                </a:rPr>
                <a:t>The </a:t>
              </a:r>
              <a:r>
                <a:rPr lang="en-US" sz="2600" dirty="0">
                  <a:latin typeface="Arial Rounded MT Bold" panose="020F0704030504030204" pitchFamily="34" charset="0"/>
                </a:rPr>
                <a:t>accompanying </a:t>
              </a:r>
              <a:r>
                <a:rPr lang="en-US" sz="2600" dirty="0" smtClean="0">
                  <a:latin typeface="Arial Rounded MT Bold" panose="020F0704030504030204" pitchFamily="34" charset="0"/>
                </a:rPr>
                <a:t>html file must be in the same folder as the PowerPoint.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the html file and PowerPoint are separated, the link will be broken and the excerpt will not play.</a:t>
              </a:r>
            </a:p>
            <a:p>
              <a:pPr algn="ctr"/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can you resize the link and move it to any location on a slide you like.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double click the link you will be able to change the name, however you should not change the name of the html file.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rename the html you will break the link.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Finally, after you’ve read these instructions you should delete this text box.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Its only purpose is to explain how to use these excerpt links.</a:t>
              </a:r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7166090" y="2555059"/>
              <a:ext cx="153776" cy="131753"/>
              <a:chOff x="2995282" y="3155551"/>
              <a:chExt cx="175347" cy="150235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3016860" y="3165987"/>
                <a:ext cx="132193" cy="84045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3175"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8" name="Straight Connector 7"/>
              <p:cNvCxnSpPr/>
              <p:nvPr/>
            </p:nvCxnSpPr>
            <p:spPr>
              <a:xfrm>
                <a:off x="2995282" y="3155551"/>
                <a:ext cx="175347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 flipV="1">
                <a:off x="3036265" y="3199223"/>
                <a:ext cx="93381" cy="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 flipH="1">
                <a:off x="3082931" y="3243823"/>
                <a:ext cx="48" cy="61963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3048910" y="3305786"/>
                <a:ext cx="68092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4" name="TextBox 13"/>
          <p:cNvSpPr txBox="1"/>
          <p:nvPr/>
        </p:nvSpPr>
        <p:spPr>
          <a:xfrm>
            <a:off x="4632974" y="348718"/>
            <a:ext cx="2926058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latin typeface="Arial Rounded MT Bold" panose="020F0704030504030204" pitchFamily="34" charset="0"/>
                <a:hlinkClick r:id="rId2" action="ppaction://hlinkfile"/>
              </a:rPr>
              <a:t>Nephron Morphogenesis</a:t>
            </a:r>
          </a:p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hlinkClick r:id="rId2" action="ppaction://hlinkfile"/>
              </a:rPr>
              <a:t>with explanatory text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815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7d99413-b546-47c2-8ea4-4ae840a9fa55">
      <Terms xmlns="http://schemas.microsoft.com/office/infopath/2007/PartnerControls"/>
    </lcf76f155ced4ddcb4097134ff3c332f>
    <TaxCatchAll xmlns="817a9d90-bd5f-49a3-9c68-21cc24f405d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8BDFBFC1A0E543BFA08309D75CFDDC" ma:contentTypeVersion="18" ma:contentTypeDescription="Create a new document." ma:contentTypeScope="" ma:versionID="b7f71970ef3f99ec44c52ec7c71f84ac">
  <xsd:schema xmlns:xsd="http://www.w3.org/2001/XMLSchema" xmlns:xs="http://www.w3.org/2001/XMLSchema" xmlns:p="http://schemas.microsoft.com/office/2006/metadata/properties" xmlns:ns2="67d99413-b546-47c2-8ea4-4ae840a9fa55" xmlns:ns3="817a9d90-bd5f-49a3-9c68-21cc24f405de" targetNamespace="http://schemas.microsoft.com/office/2006/metadata/properties" ma:root="true" ma:fieldsID="5017b23243ca208cae81f1c3cafd3454" ns2:_="" ns3:_="">
    <xsd:import namespace="67d99413-b546-47c2-8ea4-4ae840a9fa55"/>
    <xsd:import namespace="817a9d90-bd5f-49a3-9c68-21cc24f405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d99413-b546-47c2-8ea4-4ae840a9fa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766cc128-c09d-4731-bbd1-c98d83b100d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7a9d90-bd5f-49a3-9c68-21cc24f405de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f5d38398-1c7a-449b-8f5c-5d6ec589aec8}" ma:internalName="TaxCatchAll" ma:showField="CatchAllData" ma:web="817a9d90-bd5f-49a3-9c68-21cc24f405d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D5E54FD-23EE-44AF-A9E3-B89C6E02980F}">
  <ds:schemaRefs>
    <ds:schemaRef ds:uri="67d99413-b546-47c2-8ea4-4ae840a9fa55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7F3E24C2-3C3D-4DD7-8769-0A6601506A0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7122D41-06F4-421E-B8F7-354242387F50}"/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238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Cooper Black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Thatcher, Jack</dc:creator>
  <cp:lastModifiedBy>Thatcher, Jack</cp:lastModifiedBy>
  <cp:revision>4</cp:revision>
  <dcterms:created xsi:type="dcterms:W3CDTF">2021-01-01T02:31:34Z</dcterms:created>
  <dcterms:modified xsi:type="dcterms:W3CDTF">2021-01-01T18:27:55Z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0x010100A68BDFBFC1A0E543BFA08309D75CFDDC</vt:lpwstr>
  </property>
  <property fmtid="{D5CDD505-2E9C-101B-9397-08002B2CF9AE}" pid="3" name="MediaServiceImageTags">
    <vt:lpwstr/>
  </property>
</Properties>
</file>