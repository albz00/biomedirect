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84" d="100"/>
          <a:sy n="84" d="100"/>
        </p:scale>
        <p:origin x="4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3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2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PrimordialGermCellsT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/>
          <p:cNvSpPr txBox="1"/>
          <p:nvPr/>
        </p:nvSpPr>
        <p:spPr>
          <a:xfrm>
            <a:off x="4772337" y="348718"/>
            <a:ext cx="2647328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hlinkClick r:id="rId2" action="ppaction://hlinkfile"/>
              </a:rPr>
              <a:t>Primordial Germ Cells</a:t>
            </a:r>
            <a:endParaRPr lang="en-US" dirty="0" smtClean="0">
              <a:latin typeface="Arial Rounded MT Bold" panose="020F0704030504030204" pitchFamily="34" charset="0"/>
              <a:hlinkClick r:id="rId2" action="ppaction://hlinkfile"/>
            </a:endParaRP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 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1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5E54FD-23EE-44AF-A9E3-B89C6E02980F}">
  <ds:schemaRefs>
    <ds:schemaRef ds:uri="67d99413-b546-47c2-8ea4-4ae840a9fa55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F3E24C2-3C3D-4DD7-8769-0A6601506A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179908B-2ABF-4D7D-93CD-126673983743}"/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239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2</cp:revision>
  <dcterms:created xsi:type="dcterms:W3CDTF">2021-01-01T02:31:34Z</dcterms:created>
  <dcterms:modified xsi:type="dcterms:W3CDTF">2021-01-01T03:28:33Z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