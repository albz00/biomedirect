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PrimordialGermCells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772337" y="348718"/>
            <a:ext cx="264732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Primordial Germ Cells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9A724F83-FA1A-4C91-9D58-0964D7F2C8B0}"/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5</cp:revision>
  <dcterms:created xsi:type="dcterms:W3CDTF">2021-01-01T02:31:34Z</dcterms:created>
  <dcterms:modified xsi:type="dcterms:W3CDTF">2021-01-02T17:25:53Z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