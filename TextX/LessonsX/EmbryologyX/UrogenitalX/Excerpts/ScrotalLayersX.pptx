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ScrotalLayers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5068315" y="348718"/>
            <a:ext cx="20553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Scrotal Layers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http://schemas.microsoft.com/office/2006/documentManagement/types"/>
    <ds:schemaRef ds:uri="67d99413-b546-47c2-8ea4-4ae840a9fa55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61C9E6-DA57-42C9-9047-5E070371AF4E}"/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238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4</cp:revision>
  <dcterms:created xsi:type="dcterms:W3CDTF">2021-01-01T02:31:34Z</dcterms:created>
  <dcterms:modified xsi:type="dcterms:W3CDTF">2021-01-01T18:27:22Z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