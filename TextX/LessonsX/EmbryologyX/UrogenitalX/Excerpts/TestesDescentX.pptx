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TestesDescent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5" y="348718"/>
            <a:ext cx="20553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Testes Descent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A6A562-59C1-4D83-8A22-8AF2BB26CFC2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