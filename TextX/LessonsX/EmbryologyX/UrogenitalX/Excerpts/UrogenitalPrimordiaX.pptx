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1" autoAdjust="0"/>
    <p:restoredTop sz="94660"/>
  </p:normalViewPr>
  <p:slideViewPr>
    <p:cSldViewPr snapToGrid="0">
      <p:cViewPr varScale="1">
        <p:scale>
          <a:sx n="65" d="100"/>
          <a:sy n="65" d="100"/>
        </p:scale>
        <p:origin x="557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135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9582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48483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8890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4465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691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3388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93809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36342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6588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9240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B8554B-F3FF-4412-AE71-8C3392B6016C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629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UrogenitalPrimordiaX.html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69801" y="1220656"/>
            <a:ext cx="12052402" cy="5288627"/>
            <a:chOff x="69804" y="914400"/>
            <a:chExt cx="12052402" cy="5288627"/>
          </a:xfrm>
        </p:grpSpPr>
        <p:sp>
          <p:nvSpPr>
            <p:cNvPr id="5" name="TextBox 4"/>
            <p:cNvSpPr txBox="1"/>
            <p:nvPr/>
          </p:nvSpPr>
          <p:spPr>
            <a:xfrm>
              <a:off x="69804" y="914400"/>
              <a:ext cx="12052402" cy="52886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3500" dirty="0" smtClean="0">
                  <a:latin typeface="Cooper Black" panose="0208090404030B020404" pitchFamily="18" charset="0"/>
                </a:rPr>
                <a:t>Instructions for Incorporating an Excerpt </a:t>
              </a:r>
            </a:p>
            <a:p>
              <a:pPr algn="ctr">
                <a:lnSpc>
                  <a:spcPct val="85000"/>
                </a:lnSpc>
              </a:pPr>
              <a:r>
                <a:rPr lang="en-US" sz="3500" dirty="0" smtClean="0">
                  <a:latin typeface="Cooper Black" panose="0208090404030B020404" pitchFamily="18" charset="0"/>
                </a:rPr>
                <a:t>into a PowerPoint Slide Show</a:t>
              </a:r>
            </a:p>
            <a:p>
              <a:pPr algn="ctr">
                <a:lnSpc>
                  <a:spcPct val="50000"/>
                </a:lnSpc>
              </a:pPr>
              <a:endParaRPr lang="en-US" sz="1600" dirty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The link above will open the accompanying html, which will play an excerpt of the Urogenital lesson.  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The name of the excerpt is identified by the link.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To </a:t>
              </a:r>
              <a:r>
                <a:rPr lang="en-US" sz="1600" dirty="0">
                  <a:latin typeface="Arial Rounded MT Bold" panose="020F0704030504030204" pitchFamily="34" charset="0"/>
                </a:rPr>
                <a:t>play the </a:t>
              </a:r>
              <a:r>
                <a:rPr lang="en-US" sz="1600" dirty="0" smtClean="0">
                  <a:latin typeface="Arial Rounded MT Bold" panose="020F0704030504030204" pitchFamily="34" charset="0"/>
                </a:rPr>
                <a:t>excerpt, activate </a:t>
              </a:r>
              <a:r>
                <a:rPr lang="en-US" sz="1600" dirty="0">
                  <a:latin typeface="Arial Rounded MT Bold" panose="020F0704030504030204" pitchFamily="34" charset="0"/>
                </a:rPr>
                <a:t>slideshow </a:t>
              </a:r>
              <a:r>
                <a:rPr lang="en-US" sz="1600" dirty="0" smtClean="0">
                  <a:latin typeface="Arial Rounded MT Bold" panose="020F0704030504030204" pitchFamily="34" charset="0"/>
                </a:rPr>
                <a:t>mode by clicking the      icon in the lower right of the screen,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click the link, and the excerpt will open in a separate window.</a:t>
              </a:r>
            </a:p>
            <a:p>
              <a:pPr algn="ctr"/>
              <a:endParaRPr lang="en-US" sz="1600" dirty="0" smtClean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You may copy the link above, or this entire slide, into any other PowerPoint you choose.  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You may copy any PowerPoint with this link, along with the accompanying html file, into any folder you wish.</a:t>
              </a:r>
            </a:p>
            <a:p>
              <a:pPr algn="ctr">
                <a:spcBef>
                  <a:spcPts val="150"/>
                </a:spcBef>
                <a:spcAft>
                  <a:spcPts val="300"/>
                </a:spcAft>
              </a:pPr>
              <a:r>
                <a:rPr lang="en-US" sz="2600" dirty="0" smtClean="0">
                  <a:latin typeface="Arial Rounded MT Bold" panose="020F0704030504030204" pitchFamily="34" charset="0"/>
                </a:rPr>
                <a:t>The </a:t>
              </a:r>
              <a:r>
                <a:rPr lang="en-US" sz="2600" dirty="0">
                  <a:latin typeface="Arial Rounded MT Bold" panose="020F0704030504030204" pitchFamily="34" charset="0"/>
                </a:rPr>
                <a:t>accompanying </a:t>
              </a:r>
              <a:r>
                <a:rPr lang="en-US" sz="2600" dirty="0" smtClean="0">
                  <a:latin typeface="Arial Rounded MT Bold" panose="020F0704030504030204" pitchFamily="34" charset="0"/>
                </a:rPr>
                <a:t>html file must be in the same folder as the PowerPoint.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If the html file and PowerPoint are separated, the link will be broken and the excerpt will not play.</a:t>
              </a:r>
            </a:p>
            <a:p>
              <a:pPr algn="ctr"/>
              <a:endParaRPr lang="en-US" sz="1600" dirty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You can you resize the link and move it to any location on a slide you like.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If you double click the link you will be able to change the name, however you should not change the name of the html file.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If you rename the html you will break the link.</a:t>
              </a:r>
            </a:p>
            <a:p>
              <a:pPr algn="ctr"/>
              <a:endParaRPr lang="en-US" sz="1600" dirty="0" smtClean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Finally, after you’ve read these instructions you should delete this text box.  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Its only purpose is to explain how to use these excerpt links.</a:t>
              </a:r>
            </a:p>
          </p:txBody>
        </p:sp>
        <p:grpSp>
          <p:nvGrpSpPr>
            <p:cNvPr id="6" name="Group 5"/>
            <p:cNvGrpSpPr/>
            <p:nvPr/>
          </p:nvGrpSpPr>
          <p:grpSpPr>
            <a:xfrm>
              <a:off x="7166090" y="2555059"/>
              <a:ext cx="153776" cy="131753"/>
              <a:chOff x="2995282" y="3155551"/>
              <a:chExt cx="175347" cy="150235"/>
            </a:xfrm>
          </p:grpSpPr>
          <p:sp>
            <p:nvSpPr>
              <p:cNvPr id="7" name="Rectangle 6"/>
              <p:cNvSpPr/>
              <p:nvPr/>
            </p:nvSpPr>
            <p:spPr>
              <a:xfrm>
                <a:off x="3016860" y="3165987"/>
                <a:ext cx="132193" cy="84045"/>
              </a:xfrm>
              <a:prstGeom prst="rect">
                <a:avLst/>
              </a:prstGeom>
              <a:noFill/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n w="3175">
                    <a:solidFill>
                      <a:schemeClr val="tx1"/>
                    </a:solidFill>
                  </a:ln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8" name="Straight Connector 7"/>
              <p:cNvCxnSpPr/>
              <p:nvPr/>
            </p:nvCxnSpPr>
            <p:spPr>
              <a:xfrm>
                <a:off x="2995282" y="3155551"/>
                <a:ext cx="175347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/>
              <p:cNvCxnSpPr/>
              <p:nvPr/>
            </p:nvCxnSpPr>
            <p:spPr>
              <a:xfrm flipV="1">
                <a:off x="3036265" y="3199223"/>
                <a:ext cx="93381" cy="588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/>
              <p:cNvCxnSpPr/>
              <p:nvPr/>
            </p:nvCxnSpPr>
            <p:spPr>
              <a:xfrm flipH="1">
                <a:off x="3082931" y="3243823"/>
                <a:ext cx="48" cy="61963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/>
              <p:cNvCxnSpPr/>
              <p:nvPr/>
            </p:nvCxnSpPr>
            <p:spPr>
              <a:xfrm>
                <a:off x="3048910" y="3305786"/>
                <a:ext cx="68092" cy="0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4" name="TextBox 13"/>
          <p:cNvSpPr txBox="1"/>
          <p:nvPr/>
        </p:nvSpPr>
        <p:spPr>
          <a:xfrm>
            <a:off x="4841330" y="348718"/>
            <a:ext cx="2509341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smtClean="0">
                <a:latin typeface="Arial Rounded MT Bold" panose="020F0704030504030204" pitchFamily="34" charset="0"/>
                <a:hlinkClick r:id="rId2" action="ppaction://hlinkfile"/>
              </a:rPr>
              <a:t>Urogenital Primordia</a:t>
            </a:r>
          </a:p>
          <a:p>
            <a:pPr algn="ctr"/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  <a:hlinkClick r:id="rId2" action="ppaction://hlinkfile"/>
              </a:rPr>
              <a:t>with explanatory text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8157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7d99413-b546-47c2-8ea4-4ae840a9fa55">
      <Terms xmlns="http://schemas.microsoft.com/office/infopath/2007/PartnerControls"/>
    </lcf76f155ced4ddcb4097134ff3c332f>
    <TaxCatchAll xmlns="817a9d90-bd5f-49a3-9c68-21cc24f405de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68BDFBFC1A0E543BFA08309D75CFDDC" ma:contentTypeVersion="18" ma:contentTypeDescription="Create a new document." ma:contentTypeScope="" ma:versionID="b7f71970ef3f99ec44c52ec7c71f84ac">
  <xsd:schema xmlns:xsd="http://www.w3.org/2001/XMLSchema" xmlns:xs="http://www.w3.org/2001/XMLSchema" xmlns:p="http://schemas.microsoft.com/office/2006/metadata/properties" xmlns:ns2="67d99413-b546-47c2-8ea4-4ae840a9fa55" xmlns:ns3="817a9d90-bd5f-49a3-9c68-21cc24f405de" targetNamespace="http://schemas.microsoft.com/office/2006/metadata/properties" ma:root="true" ma:fieldsID="5017b23243ca208cae81f1c3cafd3454" ns2:_="" ns3:_="">
    <xsd:import namespace="67d99413-b546-47c2-8ea4-4ae840a9fa55"/>
    <xsd:import namespace="817a9d90-bd5f-49a3-9c68-21cc24f405d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7d99413-b546-47c2-8ea4-4ae840a9fa5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766cc128-c09d-4731-bbd1-c98d83b100d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7a9d90-bd5f-49a3-9c68-21cc24f405de" elementFormDefault="qualified">
    <xsd:import namespace="http://schemas.microsoft.com/office/2006/documentManagement/types"/>
    <xsd:import namespace="http://schemas.microsoft.com/office/infopath/2007/PartnerControls"/>
    <xsd:element name="TaxCatchAll" ma:index="21" nillable="true" ma:displayName="Taxonomy Catch All Column" ma:hidden="true" ma:list="{f5d38398-1c7a-449b-8f5c-5d6ec589aec8}" ma:internalName="TaxCatchAll" ma:showField="CatchAllData" ma:web="817a9d90-bd5f-49a3-9c68-21cc24f405d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D5E54FD-23EE-44AF-A9E3-B89C6E02980F}">
  <ds:schemaRefs>
    <ds:schemaRef ds:uri="67d99413-b546-47c2-8ea4-4ae840a9fa55"/>
    <ds:schemaRef ds:uri="http://schemas.microsoft.com/office/2006/metadata/properties"/>
    <ds:schemaRef ds:uri="http://purl.org/dc/terms/"/>
    <ds:schemaRef ds:uri="http://schemas.microsoft.com/office/2006/documentManagement/types"/>
    <ds:schemaRef ds:uri="http://schemas.openxmlformats.org/package/2006/metadata/core-properties"/>
    <ds:schemaRef ds:uri="http://purl.org/dc/elements/1.1/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7F3E24C2-3C3D-4DD7-8769-0A6601506A0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8A534F9-8717-46A6-A0EF-9E16EE332A70}"/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238</Words>
  <Application>Microsoft Office PowerPoint</Application>
  <PresentationFormat>Widescreen</PresentationFormat>
  <Paragraphs>21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Arial Rounded MT Bold</vt:lpstr>
      <vt:lpstr>Calibri</vt:lpstr>
      <vt:lpstr>Calibri Light</vt:lpstr>
      <vt:lpstr>Cooper Black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Thatcher, Jack</dc:creator>
  <cp:lastModifiedBy>Thatcher, Jack</cp:lastModifiedBy>
  <cp:revision>4</cp:revision>
  <dcterms:created xsi:type="dcterms:W3CDTF">2021-01-01T02:31:34Z</dcterms:created>
  <dcterms:modified xsi:type="dcterms:W3CDTF">2021-01-01T18:21:16Z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0x010100A68BDFBFC1A0E543BFA08309D75CFDDC</vt:lpwstr>
  </property>
  <property fmtid="{D5CDD505-2E9C-101B-9397-08002B2CF9AE}" pid="3" name="MediaServiceImageTags">
    <vt:lpwstr/>
  </property>
</Properties>
</file>